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neguard_template_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2135" y="0"/>
            <a:ext cx="1487423" cy="1115568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02920" y="1353312"/>
            <a:ext cx="11183112" cy="480060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1033272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400" b="1" i="0">
                <a:solidFill>
                  <a:srgbClr val="232D34"/>
                </a:solidFill>
                <a:latin typeface="Aptos"/>
              </a:defRPr>
            </a:pPr>
            <a:r>
              <a:t>DESIGN AND DEVELOPMENT OF A SMART LPG SAFETY RING</a:t>
            </a:r>
          </a:p>
          <a:p>
            <a:pPr algn="ctr">
              <a:spcAft>
                <a:spcPts val="500"/>
              </a:spcAft>
              <a:defRPr sz="2400" b="1" i="0">
                <a:solidFill>
                  <a:srgbClr val="232D34"/>
                </a:solidFill>
                <a:latin typeface="Aptos"/>
              </a:defRPr>
            </a:pPr>
            <a:r>
              <a:t>FOR GAS LEVEL MONITORING, LEAK DETECTION AND AI-BASED REFILL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816352"/>
            <a:ext cx="8503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B0232B"/>
                </a:solidFill>
                <a:latin typeface="Aptos"/>
              </a:defRPr>
            </a:pPr>
            <a:r>
              <a:t>Final Year Capstone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474720"/>
            <a:ext cx="5120640" cy="1645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400" b="0" i="0">
                <a:solidFill>
                  <a:srgbClr val="232D34"/>
                </a:solidFill>
                <a:latin typeface="Aptos"/>
              </a:defRPr>
            </a:pPr>
            <a:r>
              <a:t>Presented By: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32D34"/>
                </a:solidFill>
                <a:latin typeface="Aptos"/>
              </a:defRPr>
            </a:pPr>
            <a:r>
              <a:t>453 Piyush Rohidas Sonawane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32D34"/>
                </a:solidFill>
                <a:latin typeface="Aptos"/>
              </a:defRPr>
            </a:pPr>
            <a:r>
              <a:t>449 Gaurav Dattatray Shinde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32D34"/>
                </a:solidFill>
                <a:latin typeface="Aptos"/>
              </a:defRPr>
            </a:pPr>
            <a:r>
              <a:t>450 Sakshi Dnyaneshwar Shinde</a:t>
            </a:r>
          </a:p>
          <a:p>
            <a:pPr algn="l">
              <a:spcAft>
                <a:spcPts val="500"/>
              </a:spcAft>
              <a:defRPr sz="1400" b="0" i="0">
                <a:solidFill>
                  <a:srgbClr val="232D34"/>
                </a:solidFill>
                <a:latin typeface="Aptos"/>
              </a:defRPr>
            </a:pPr>
            <a:r>
              <a:t>443 Shailaja Ashok Sargam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767328"/>
            <a:ext cx="34747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600" b="1" i="0">
                <a:solidFill>
                  <a:srgbClr val="232D34"/>
                </a:solidFill>
                <a:latin typeface="Aptos"/>
              </a:defRPr>
            </a:pPr>
            <a:r>
              <a:t>Project Guide:</a:t>
            </a:r>
          </a:p>
          <a:p>
            <a:pPr algn="ctr">
              <a:spcAft>
                <a:spcPts val="500"/>
              </a:spcAft>
              <a:defRPr sz="1600" b="1" i="0">
                <a:solidFill>
                  <a:srgbClr val="232D34"/>
                </a:solidFill>
                <a:latin typeface="Aptos"/>
              </a:defRPr>
            </a:pPr>
            <a:r>
              <a:t>Prof. S. P. Tapkire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54496"/>
            <a:ext cx="109728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spcAft>
                <a:spcPts val="500"/>
              </a:spcAft>
              <a:defRPr sz="1000" b="0" i="0">
                <a:solidFill>
                  <a:srgbClr val="506069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Introduction, Problem &amp; Objectives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11000232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10424160" cy="42519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LPG is widely used in Indian kitchens, but users may not know the remaining quantity or notice a developing leak in time.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Proposed retrofit ring combines weight sensing, gas sensing, embedded processing and remote alerts.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Objectives: estimate remaining LPG, detect suspected leaks, alert locally and remotely, predict refill timing from usage history, and support backup power.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Research gap: many low-cost systems focus on leak alarms alone; the proposed concept combines leakage and quantity monitoring.</a:t>
            </a:r>
          </a:p>
          <a:p>
            <a:pPr>
              <a:buChar char="•"/>
              <a:spcAft>
                <a:spcPts val="800"/>
              </a:spcAft>
              <a:defRPr sz="1700">
                <a:solidFill>
                  <a:srgbClr val="232D34"/>
                </a:solidFill>
                <a:latin typeface="Aptos"/>
              </a:defRPr>
            </a:pPr>
            <a:r>
              <a:t>AI prediction and refill booking are proposed capabilities and require implementation and validation.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Literature Review &amp; System Block Diagram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64208"/>
            <a:ext cx="5623560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212080" cy="42519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Research paper cites IoT gas leakage detection, LPG weight tracking and machine-learning refill prediction.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Load cell + HX711 estimates mass; MQ-6 provides a combustible-gas sensor signal; ESP32 processes readings.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Optional modules in the paper: DHT22, GSM/SIM800L, OLED and battery backup.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Wi-Fi/cloud forwards telemetry to the mobile app; buzzer provides local warning.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Actual hardware must match the final diagram: confirm ESP32/ESP8266, amplifier, load-cell count and optional modules.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64208"/>
            <a:ext cx="5532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1_block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047944"/>
            <a:ext cx="5166360" cy="36399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592531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0" i="1">
                <a:solidFill>
                  <a:srgbClr val="506069"/>
                </a:solidFill>
                <a:latin typeface="Aptos"/>
              </a:defRPr>
            </a:pPr>
            <a:r>
              <a:t>Block diagram from supplied research paper, page 6.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Hardware Components &amp; Ring Design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64208"/>
            <a:ext cx="5623560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212080" cy="42519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ESP32: sensor processing and Wi-Fi communication.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MQ-6: LPG-oriented combustible-gas sensing; requires warm-up, calibration and fault handling.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Load cells + HX711: cylinder/platform mass measurement.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Buzzer/LED: local warning; battery backup, GSM and OLED are proposed additions if installed.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Ring mechanics must distribute the load, prevent slipping and remain stable under off-centre placement.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Do not treat a hobby servo or 3D-printed part as a certified LPG shut-off valve.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64208"/>
            <a:ext cx="5532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2_ring_mechanical_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030984"/>
            <a:ext cx="5166360" cy="36738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592531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0" i="1">
                <a:solidFill>
                  <a:srgbClr val="506069"/>
                </a:solidFill>
                <a:latin typeface="Aptos"/>
              </a:defRPr>
            </a:pPr>
            <a:r>
              <a:t>Mechanical/ring layout from supplied research paper.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Firmware Workflow &amp; Safety Logic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64208"/>
            <a:ext cx="5623560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212080" cy="42519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Initialize ESP32, sensors and outputs in a defined safe state.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Warm up/validate sensors, then sample and filter gas and weight readings.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Evaluate suspected leak locally and activate the local alarm without waiting for internet.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Calculate net gas mass using tare correction; upload timestamped telemetry when connected.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Log events and estimate refill timing only when usage history is sufficient.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On network loss, local safety continues and the app must show stale/offline rather than old data as live.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64208"/>
            <a:ext cx="5532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paper_fig3_firmware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127073"/>
            <a:ext cx="5166360" cy="34816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592531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0" i="1">
                <a:solidFill>
                  <a:srgbClr val="506069"/>
                </a:solidFill>
                <a:latin typeface="Aptos"/>
              </a:defRPr>
            </a:pPr>
            <a:r>
              <a:t>Firmware flowchart from supplied research paper, page 7.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Cloud, Mobile App &amp; Dashboard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664208"/>
            <a:ext cx="5623560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5212080" cy="42519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Firebase Authentication separates each user's devices and data by UID.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Realtime Database can hold latest telemetry; Firestore can store device metadata, event history and alert-delivery status.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Dashboard presents leak state, last-seen time, raw gas reading, gas mass/percentage, device link and history.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Optional push, SMS and voice alerts depend on network, provider configuration and potential charges.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Security: device credentials map to an owner on the server; never trust owner UID supplied by the device.</a:t>
            </a:r>
          </a:p>
          <a:p>
            <a:pPr>
              <a:buChar char="•"/>
              <a:spcAft>
                <a:spcPts val="6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Dashboard screenshot values are UI examples; validate against live hardware before claiming measured results.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664208"/>
            <a:ext cx="553212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neguard_dashboard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088" y="2693432"/>
            <a:ext cx="5166360" cy="23489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19088" y="5925312"/>
            <a:ext cx="5166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000" b="0" i="1">
                <a:solidFill>
                  <a:srgbClr val="506069"/>
                </a:solidFill>
                <a:latin typeface="Aptos"/>
              </a:defRPr>
            </a:pPr>
            <a:r>
              <a:t>Dashboard screenshot supplied by the project team.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Measurement Calculations, Testing &amp; Visual QA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64208"/>
            <a:ext cx="5486400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1952"/>
            <a:ext cx="49377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B0232B"/>
                </a:solidFill>
                <a:latin typeface="Aptos"/>
              </a:defRPr>
            </a:pPr>
            <a:r>
              <a:t>Measurement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331720"/>
            <a:ext cx="4892040" cy="35661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Net gas mass = total measured mass − cylinder tare.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Remaining % = net gas mass ÷ configured gas capacity × 100.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Example dashboard: 23.55 − 15.10 = 8.45 kg; displayed 8.46 kg should be reconciled.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8.46 ÷ 14.2 ≈ 59.6%, consistent with the displayed 60%.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Raw ADC is not ppm; calibrated concentration needs sensor-specific validation.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64208"/>
            <a:ext cx="546811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90195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spcAft>
                <a:spcPts val="500"/>
              </a:spcAft>
              <a:defRPr sz="1900" b="1" i="0">
                <a:solidFill>
                  <a:srgbClr val="B0232B"/>
                </a:solidFill>
                <a:latin typeface="Aptos"/>
              </a:defRPr>
            </a:pPr>
            <a:r>
              <a:t>Required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31720"/>
            <a:ext cx="4800600" cy="35661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Calibrate load cells using known reference masses and record error/repeatability.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Test stale/offline behavior, reconnects, sensor faults and alert deduplication.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Measure response time and power consumption; do not invent results.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Never test by uncontrolled LPG release.</a:t>
            </a:r>
          </a:p>
          <a:p>
            <a:pPr>
              <a:buChar char="•"/>
              <a:spcAft>
                <a:spcPts val="7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Local alarm must remain operational without Wi-Fi/cloud.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6D4D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100" b="1" i="0">
                <a:solidFill>
                  <a:srgbClr val="B0232B"/>
                </a:solidFill>
                <a:latin typeface="Aptos"/>
              </a:defRPr>
            </a:pPr>
            <a:r>
              <a:t>Savitribai Phule Shikshan Prasarak Mandal's  |  N. B. Navale Sinhgad College of Engineering, Solapur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0040" y="475488"/>
            <a:ext cx="11548872" cy="22860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2500" b="1" i="0">
                <a:solidFill>
                  <a:srgbClr val="B0232B"/>
                </a:solidFill>
                <a:latin typeface="Aptos"/>
              </a:defRPr>
            </a:pPr>
            <a:r>
              <a:t>Conclusion, Future Scope &amp; References</a:t>
            </a:r>
          </a:p>
        </p:txBody>
      </p:sp>
      <p:sp>
        <p:nvSpPr>
          <p:cNvPr id="5" name="Oval 4"/>
          <p:cNvSpPr/>
          <p:nvPr/>
        </p:nvSpPr>
        <p:spPr>
          <a:xfrm>
            <a:off x="5879592" y="1124712"/>
            <a:ext cx="411480" cy="411480"/>
          </a:xfrm>
          <a:prstGeom prst="ellipse">
            <a:avLst/>
          </a:prstGeom>
          <a:solidFill>
            <a:srgbClr val="FFFFFF"/>
          </a:solidFill>
          <a:ln>
            <a:solidFill>
              <a:srgbClr val="668F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79592" y="1143000"/>
            <a:ext cx="4114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500"/>
              </a:spcAft>
              <a:defRPr sz="1200" b="1" i="0">
                <a:solidFill>
                  <a:srgbClr val="668F9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11112"/>
            <a:ext cx="12191695" cy="246888"/>
          </a:xfrm>
          <a:prstGeom prst="rect">
            <a:avLst/>
          </a:prstGeom>
          <a:solidFill>
            <a:srgbClr val="668F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629400"/>
            <a:ext cx="1152144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  <a:defRPr sz="900" b="0" i="0">
                <a:solidFill>
                  <a:srgbClr val="FFFFFF"/>
                </a:solidFill>
                <a:latin typeface="Aptos"/>
              </a:defRPr>
            </a:pPr>
            <a:r>
              <a:t>Department of Electronics &amp; Telecommunication Engineering  •  NBNSCOE, Solapur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664208"/>
            <a:ext cx="11000232" cy="4709160"/>
          </a:xfrm>
          <a:prstGeom prst="roundRect">
            <a:avLst/>
          </a:prstGeom>
          <a:solidFill>
            <a:srgbClr val="EDF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38528"/>
            <a:ext cx="10424160" cy="4251960"/>
          </a:xfrm>
          <a:prstGeom prst="rect">
            <a:avLst/>
          </a:prstGeom>
          <a:noFill/>
        </p:spPr>
        <p:txBody>
          <a:bodyPr wrap="square" rIns="45720">
            <a:spAutoFit/>
          </a:bodyPr>
          <a:lstStyle/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OneGaurd aims to combine leak detection, weight-based gas estimation, remote monitoring and refill prediction in a retrofit ring.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Future scope from the research paper: smart-home integration, solar-assisted backup, voice assistant/SOS, distributor booking integration and improved ML anomaly detection.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Priorities: verify hardware, calibrate sensors, secure user/device data, and test local safety behavior offline.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References listed in the supplied paper include Manjunathan et al. (ICSCDS 2023), IoT gas leakage detection (2019), intelligent LPG regulator monitoring (2025), AI-enabled LPG monitoring (2025), and LPG refill-frequency prediction (Heliyon/ScienceDirect, 2023). Verify bibliographic metadata before submission.</a:t>
            </a:r>
          </a:p>
          <a:p>
            <a:pPr>
              <a:buChar char="•"/>
              <a:spcAft>
                <a:spcPts val="800"/>
              </a:spcAft>
              <a:defRPr sz="1500">
                <a:solidFill>
                  <a:srgbClr val="232D34"/>
                </a:solidFill>
                <a:latin typeface="Aptos"/>
              </a:defRPr>
            </a:pPr>
            <a:r>
              <a:t>Thank you — Questions &amp; Discussion.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